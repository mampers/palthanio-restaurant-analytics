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Palthanio Restaurant Constellation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8805" y="1793471"/>
            <a:ext cx="1259897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Dim 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4176" y="1766974"/>
            <a:ext cx="1134948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Store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43560" y="1753726"/>
            <a:ext cx="1134948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79818" y="1773988"/>
            <a:ext cx="1051430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Dim Promotion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97112" y="1793471"/>
            <a:ext cx="1172615" cy="64008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Dim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8599" y="868680"/>
            <a:ext cx="1645920" cy="548640"/>
          </a:xfrm>
          <a:prstGeom prst="roundRect">
            <a:avLst/>
          </a:prstGeom>
          <a:solidFill>
            <a:srgbClr val="3498D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Dim Category</a:t>
            </a:r>
          </a:p>
        </p:txBody>
      </p:sp>
      <p:cxnSp>
        <p:nvCxnSpPr>
          <p:cNvPr id="9" name="Connector 8"/>
          <p:cNvCxnSpPr>
            <a:cxnSpLocks/>
            <a:stCxn id="8" idx="2"/>
            <a:endCxn id="5" idx="0"/>
          </p:cNvCxnSpPr>
          <p:nvPr/>
        </p:nvCxnSpPr>
        <p:spPr>
          <a:xfrm flipH="1">
            <a:off x="4111034" y="1417320"/>
            <a:ext cx="50525" cy="336406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91132" y="3893474"/>
            <a:ext cx="853419" cy="587086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Fact Sales</a:t>
            </a:r>
          </a:p>
        </p:txBody>
      </p:sp>
      <p:cxnSp>
        <p:nvCxnSpPr>
          <p:cNvPr id="11" name="Connector 10"/>
          <p:cNvCxnSpPr>
            <a:cxnSpLocks/>
            <a:stCxn id="3" idx="2"/>
            <a:endCxn id="10" idx="0"/>
          </p:cNvCxnSpPr>
          <p:nvPr/>
        </p:nvCxnSpPr>
        <p:spPr>
          <a:xfrm>
            <a:off x="1448754" y="2433551"/>
            <a:ext cx="3369088" cy="1459923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stCxn id="4" idx="2"/>
            <a:endCxn id="10" idx="0"/>
          </p:cNvCxnSpPr>
          <p:nvPr/>
        </p:nvCxnSpPr>
        <p:spPr>
          <a:xfrm>
            <a:off x="2811650" y="2407054"/>
            <a:ext cx="2006192" cy="1486420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5" idx="2"/>
            <a:endCxn id="10" idx="0"/>
          </p:cNvCxnSpPr>
          <p:nvPr/>
        </p:nvCxnSpPr>
        <p:spPr>
          <a:xfrm>
            <a:off x="4111034" y="2393806"/>
            <a:ext cx="706808" cy="149966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stCxn id="6" idx="2"/>
            <a:endCxn id="10" idx="0"/>
          </p:cNvCxnSpPr>
          <p:nvPr/>
        </p:nvCxnSpPr>
        <p:spPr>
          <a:xfrm flipH="1">
            <a:off x="4817842" y="2414068"/>
            <a:ext cx="487691" cy="1479406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7" idx="2"/>
            <a:endCxn id="10" idx="0"/>
          </p:cNvCxnSpPr>
          <p:nvPr/>
        </p:nvCxnSpPr>
        <p:spPr>
          <a:xfrm flipH="1">
            <a:off x="4817842" y="2433551"/>
            <a:ext cx="1765578" cy="1459923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7818" y="4931525"/>
            <a:ext cx="1184564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Fact </a:t>
            </a:r>
            <a:r>
              <a:rPr dirty="0" err="1"/>
              <a:t>Labour</a:t>
            </a:r>
            <a:r>
              <a:rPr dirty="0"/>
              <a:t> Daily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5014652"/>
            <a:ext cx="11430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Fact Store Daily </a:t>
            </a:r>
            <a:r>
              <a:rPr dirty="0" err="1"/>
              <a:t>PnL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2836718" y="5014652"/>
            <a:ext cx="1003762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Fact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79211" y="5120640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Fact Channel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6742" y="5067646"/>
            <a:ext cx="1828800" cy="640080"/>
          </a:xfrm>
          <a:prstGeom prst="roundRect">
            <a:avLst/>
          </a:prstGeom>
          <a:solidFill>
            <a:srgbClr val="D4AC0D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Fact Promo Profitability</a:t>
            </a:r>
          </a:p>
        </p:txBody>
      </p:sp>
      <p:cxnSp>
        <p:nvCxnSpPr>
          <p:cNvPr id="21" name="Connector 20"/>
          <p:cNvCxnSpPr>
            <a:cxnSpLocks/>
            <a:stCxn id="3" idx="2"/>
            <a:endCxn id="16" idx="0"/>
          </p:cNvCxnSpPr>
          <p:nvPr/>
        </p:nvCxnSpPr>
        <p:spPr>
          <a:xfrm flipH="1">
            <a:off x="800100" y="2433551"/>
            <a:ext cx="648654" cy="2497974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stCxn id="4" idx="2"/>
            <a:endCxn id="16" idx="0"/>
          </p:cNvCxnSpPr>
          <p:nvPr/>
        </p:nvCxnSpPr>
        <p:spPr>
          <a:xfrm flipH="1">
            <a:off x="800100" y="2407054"/>
            <a:ext cx="2011550" cy="2524471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3" idx="2"/>
            <a:endCxn id="17" idx="0"/>
          </p:cNvCxnSpPr>
          <p:nvPr/>
        </p:nvCxnSpPr>
        <p:spPr>
          <a:xfrm>
            <a:off x="1448754" y="2433551"/>
            <a:ext cx="631506" cy="2581101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stCxn id="4" idx="2"/>
            <a:endCxn id="17" idx="0"/>
          </p:cNvCxnSpPr>
          <p:nvPr/>
        </p:nvCxnSpPr>
        <p:spPr>
          <a:xfrm flipH="1">
            <a:off x="2080260" y="2407054"/>
            <a:ext cx="731390" cy="260759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cxnSpLocks/>
            <a:stCxn id="3" idx="2"/>
            <a:endCxn id="18" idx="0"/>
          </p:cNvCxnSpPr>
          <p:nvPr/>
        </p:nvCxnSpPr>
        <p:spPr>
          <a:xfrm>
            <a:off x="1448754" y="2433551"/>
            <a:ext cx="1889845" cy="2581101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cxnSpLocks/>
            <a:stCxn id="4" idx="2"/>
            <a:endCxn id="18" idx="0"/>
          </p:cNvCxnSpPr>
          <p:nvPr/>
        </p:nvCxnSpPr>
        <p:spPr>
          <a:xfrm>
            <a:off x="2811650" y="2407054"/>
            <a:ext cx="526949" cy="260759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  <a:stCxn id="7" idx="2"/>
          </p:cNvCxnSpPr>
          <p:nvPr/>
        </p:nvCxnSpPr>
        <p:spPr>
          <a:xfrm flipH="1">
            <a:off x="2078702" y="2433551"/>
            <a:ext cx="4504718" cy="2634095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cxnSpLocks/>
            <a:stCxn id="3" idx="2"/>
            <a:endCxn id="19" idx="0"/>
          </p:cNvCxnSpPr>
          <p:nvPr/>
        </p:nvCxnSpPr>
        <p:spPr>
          <a:xfrm>
            <a:off x="1448754" y="2433551"/>
            <a:ext cx="3544857" cy="2687089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  <a:stCxn id="7" idx="2"/>
            <a:endCxn id="19" idx="0"/>
          </p:cNvCxnSpPr>
          <p:nvPr/>
        </p:nvCxnSpPr>
        <p:spPr>
          <a:xfrm flipH="1">
            <a:off x="4993611" y="2433551"/>
            <a:ext cx="1589809" cy="2687089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stCxn id="6" idx="2"/>
            <a:endCxn id="20" idx="0"/>
          </p:cNvCxnSpPr>
          <p:nvPr/>
        </p:nvCxnSpPr>
        <p:spPr>
          <a:xfrm>
            <a:off x="5305533" y="2414068"/>
            <a:ext cx="1755609" cy="2653578"/>
          </a:xfrm>
          <a:prstGeom prst="line">
            <a:avLst/>
          </a:prstGeom>
          <a:ln w="1905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Mampilly</dc:creator>
  <cp:keywords/>
  <dc:description>generated using python-pptx</dc:description>
  <cp:lastModifiedBy>Paul Mampilly</cp:lastModifiedBy>
  <cp:revision>2</cp:revision>
  <dcterms:created xsi:type="dcterms:W3CDTF">2013-01-27T09:14:16Z</dcterms:created>
  <dcterms:modified xsi:type="dcterms:W3CDTF">2026-02-21T20:16:59Z</dcterms:modified>
  <cp:category/>
</cp:coreProperties>
</file>