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5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285" y="292715"/>
            <a:ext cx="86308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en-GB" sz="2000" dirty="0" err="1"/>
              <a:t>Palthanio</a:t>
            </a:r>
            <a:r>
              <a:rPr lang="en-GB" sz="2000" dirty="0"/>
              <a:t> Restaurants – Enterprise Semantic Model (Constellation Architecture)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1350818"/>
            <a:ext cx="1280160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Dim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1350818"/>
            <a:ext cx="1143000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Dim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17320"/>
            <a:ext cx="868680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Dim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8755" y="1508760"/>
            <a:ext cx="1086889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Dim Promotion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3830" y="1417320"/>
            <a:ext cx="925830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Dim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34493" y="773084"/>
            <a:ext cx="1523307" cy="482138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Dim Category</a:t>
            </a:r>
          </a:p>
        </p:txBody>
      </p:sp>
      <p:cxnSp>
        <p:nvCxnSpPr>
          <p:cNvPr id="9" name="Connector 8"/>
          <p:cNvCxnSpPr>
            <a:cxnSpLocks/>
            <a:stCxn id="8" idx="2"/>
            <a:endCxn id="5" idx="0"/>
          </p:cNvCxnSpPr>
          <p:nvPr/>
        </p:nvCxnSpPr>
        <p:spPr>
          <a:xfrm flipH="1">
            <a:off x="3863340" y="1255222"/>
            <a:ext cx="632807" cy="162098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57800" y="2514600"/>
            <a:ext cx="1360170" cy="523702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Fact Sales</a:t>
            </a:r>
          </a:p>
        </p:txBody>
      </p:sp>
      <p:cxnSp>
        <p:nvCxnSpPr>
          <p:cNvPr id="11" name="Connector 10"/>
          <p:cNvCxnSpPr>
            <a:cxnSpLocks/>
            <a:stCxn id="3" idx="2"/>
            <a:endCxn id="10" idx="0"/>
          </p:cNvCxnSpPr>
          <p:nvPr/>
        </p:nvCxnSpPr>
        <p:spPr>
          <a:xfrm>
            <a:off x="1188720" y="1990898"/>
            <a:ext cx="4749165" cy="52370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4" idx="2"/>
            <a:endCxn id="10" idx="0"/>
          </p:cNvCxnSpPr>
          <p:nvPr/>
        </p:nvCxnSpPr>
        <p:spPr>
          <a:xfrm>
            <a:off x="2537460" y="1990898"/>
            <a:ext cx="3400425" cy="52370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5" idx="2"/>
            <a:endCxn id="10" idx="0"/>
          </p:cNvCxnSpPr>
          <p:nvPr/>
        </p:nvCxnSpPr>
        <p:spPr>
          <a:xfrm>
            <a:off x="3863340" y="2057400"/>
            <a:ext cx="2074545" cy="45720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6" idx="2"/>
            <a:endCxn id="10" idx="0"/>
          </p:cNvCxnSpPr>
          <p:nvPr/>
        </p:nvCxnSpPr>
        <p:spPr>
          <a:xfrm flipH="1">
            <a:off x="5937885" y="2148840"/>
            <a:ext cx="234315" cy="36576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7" idx="2"/>
            <a:endCxn id="10" idx="0"/>
          </p:cNvCxnSpPr>
          <p:nvPr/>
        </p:nvCxnSpPr>
        <p:spPr>
          <a:xfrm flipH="1">
            <a:off x="5937885" y="2057400"/>
            <a:ext cx="2308860" cy="45720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840480"/>
            <a:ext cx="1828800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Fact Labour Daily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840480"/>
            <a:ext cx="1828800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Fact Store Daily PnL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3840480"/>
            <a:ext cx="1828800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Fact 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840480"/>
            <a:ext cx="1828800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Fact Channel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840480"/>
            <a:ext cx="1828800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Fact Promo Profitability</a:t>
            </a:r>
          </a:p>
        </p:txBody>
      </p:sp>
      <p:cxnSp>
        <p:nvCxnSpPr>
          <p:cNvPr id="21" name="Connector 20"/>
          <p:cNvCxnSpPr>
            <a:cxnSpLocks/>
            <a:stCxn id="3" idx="2"/>
            <a:endCxn id="16" idx="0"/>
          </p:cNvCxnSpPr>
          <p:nvPr/>
        </p:nvCxnSpPr>
        <p:spPr>
          <a:xfrm>
            <a:off x="1188720" y="1990898"/>
            <a:ext cx="640080" cy="184958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  <a:stCxn id="4" idx="2"/>
            <a:endCxn id="16" idx="0"/>
          </p:cNvCxnSpPr>
          <p:nvPr/>
        </p:nvCxnSpPr>
        <p:spPr>
          <a:xfrm flipH="1">
            <a:off x="1828800" y="1990898"/>
            <a:ext cx="708660" cy="184958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3" idx="2"/>
            <a:endCxn id="17" idx="0"/>
          </p:cNvCxnSpPr>
          <p:nvPr/>
        </p:nvCxnSpPr>
        <p:spPr>
          <a:xfrm>
            <a:off x="1188720" y="1990898"/>
            <a:ext cx="2651760" cy="184958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4" idx="2"/>
            <a:endCxn id="17" idx="0"/>
          </p:cNvCxnSpPr>
          <p:nvPr/>
        </p:nvCxnSpPr>
        <p:spPr>
          <a:xfrm>
            <a:off x="2537460" y="1990898"/>
            <a:ext cx="1303020" cy="184958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3" idx="2"/>
            <a:endCxn id="18" idx="0"/>
          </p:cNvCxnSpPr>
          <p:nvPr/>
        </p:nvCxnSpPr>
        <p:spPr>
          <a:xfrm>
            <a:off x="1188720" y="1990898"/>
            <a:ext cx="4663440" cy="184958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stCxn id="4" idx="2"/>
            <a:endCxn id="18" idx="0"/>
          </p:cNvCxnSpPr>
          <p:nvPr/>
        </p:nvCxnSpPr>
        <p:spPr>
          <a:xfrm>
            <a:off x="2537460" y="1990898"/>
            <a:ext cx="3314700" cy="184958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7" idx="2"/>
            <a:endCxn id="18" idx="0"/>
          </p:cNvCxnSpPr>
          <p:nvPr/>
        </p:nvCxnSpPr>
        <p:spPr>
          <a:xfrm flipH="1">
            <a:off x="5852160" y="2057400"/>
            <a:ext cx="2394585" cy="178308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3" idx="2"/>
            <a:endCxn id="19" idx="0"/>
          </p:cNvCxnSpPr>
          <p:nvPr/>
        </p:nvCxnSpPr>
        <p:spPr>
          <a:xfrm>
            <a:off x="1188720" y="1990898"/>
            <a:ext cx="6675120" cy="184958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stCxn id="7" idx="2"/>
            <a:endCxn id="19" idx="0"/>
          </p:cNvCxnSpPr>
          <p:nvPr/>
        </p:nvCxnSpPr>
        <p:spPr>
          <a:xfrm flipH="1">
            <a:off x="7863840" y="2057400"/>
            <a:ext cx="382905" cy="178308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6" idx="2"/>
            <a:endCxn id="20" idx="0"/>
          </p:cNvCxnSpPr>
          <p:nvPr/>
        </p:nvCxnSpPr>
        <p:spPr>
          <a:xfrm>
            <a:off x="6172200" y="2148840"/>
            <a:ext cx="3703320" cy="169164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Mampilly</dc:creator>
  <cp:keywords/>
  <dc:description>generated using python-pptx</dc:description>
  <cp:lastModifiedBy>Paul Mampilly</cp:lastModifiedBy>
  <cp:revision>3</cp:revision>
  <dcterms:created xsi:type="dcterms:W3CDTF">2013-01-27T09:14:16Z</dcterms:created>
  <dcterms:modified xsi:type="dcterms:W3CDTF">2026-02-21T22:18:33Z</dcterms:modified>
  <cp:category/>
</cp:coreProperties>
</file>