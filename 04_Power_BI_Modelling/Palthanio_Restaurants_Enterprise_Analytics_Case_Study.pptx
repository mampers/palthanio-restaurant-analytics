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1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EB3A9-D5FC-36C7-586C-A32539A47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70E4E-F91E-9E2A-BE41-65227061A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9B8D0-65F0-7BCF-186A-A7D4299AF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F2DA-9689-4751-8E6F-6A92D4EE5E01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86798-64CD-8C98-BB76-5DB385D9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EE82D-3D0E-762A-2AD8-5170E11EF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C4619-AF7F-4213-B4B2-8BC8ABB2A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878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BD56-092C-5E75-B07F-B1F606CE4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1441-FFC9-6374-6A33-E5DDDC741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684E1-4569-F2EE-FE1B-20387B7F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F2DA-9689-4751-8E6F-6A92D4EE5E01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2AF64-7CE6-44C3-16E0-647673842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FB96A-4346-065F-5F8F-C63F74C4B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C4619-AF7F-4213-B4B2-8BC8ABB2A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40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0D35-50EF-9F28-CF9E-271784015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68081-2E16-EB0D-B9B6-78A59F38F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28F0B-FDE6-BE73-6245-23632E723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F2DA-9689-4751-8E6F-6A92D4EE5E01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DC499-2F9A-2620-B16F-1C89A9697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AEA8A-D648-4F4E-40C8-F4DE1E7F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C4619-AF7F-4213-B4B2-8BC8ABB2A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369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5565B-DE81-9A55-ADC2-2E24D6094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DC06-687B-F831-A0C9-1610763BC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9273E-5C2A-8B4B-EDB3-FBEA9A2B6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8168D-4776-871D-B2CB-E7141DAD6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F2DA-9689-4751-8E6F-6A92D4EE5E01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167E8-3288-9BF6-A24F-2BB437012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9B657-6292-FE2F-40D9-83B3FA8AD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C4619-AF7F-4213-B4B2-8BC8ABB2A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270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3A4D-D89B-63E9-80D5-3923E08A2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2B15C-111E-30C3-78AC-A1646F97A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646DC-8595-D5E3-FB18-FD288DF93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4AB865-900A-B010-CC20-2D7955AB66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7485FA-EB07-D296-E527-FDF8A5DFE9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72278C-B58C-3C1B-73CD-2D529C54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F2DA-9689-4751-8E6F-6A92D4EE5E01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F5DCD0-538E-C1DE-A643-46C8F29B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B1A10F-9520-CEF0-2AF4-DC120AF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C4619-AF7F-4213-B4B2-8BC8ABB2A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200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562B2-6BBD-5CB5-36DF-360899162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9BA012-2D04-3146-2F8D-7529024B5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F2DA-9689-4751-8E6F-6A92D4EE5E01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42756-09CB-EA97-453B-AE245742C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8DF0C-0EEE-EF2D-5163-8CE76F2C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C4619-AF7F-4213-B4B2-8BC8ABB2A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982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4BE967-2B4F-4D72-AC38-22B515D5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F2DA-9689-4751-8E6F-6A92D4EE5E01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5B4EE-8452-CCB6-FDB2-41AE5D978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B56D7-CD5C-E82C-6653-3C5A3002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C4619-AF7F-4213-B4B2-8BC8ABB2A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153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F1C7-9FBE-9933-29A7-DF5C7F02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65956-EACF-9ED6-8039-A43F4AD04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7333A-B89C-0A0D-4599-1A99ECCD8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09C6C-2425-A172-141C-7F3F2138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F2DA-9689-4751-8E6F-6A92D4EE5E01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1D405-AB60-49DA-1DB8-F8016D67A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EA6D7-F104-76A9-5E20-2B75C9897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C4619-AF7F-4213-B4B2-8BC8ABB2A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53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14881-28C0-F950-AB31-456380863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EDBE81-0EAF-A8C4-DF97-ABF2EA043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6DEAD-8EDA-C687-7554-2A0261364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59875-06D1-409C-92EA-425D653F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F2DA-9689-4751-8E6F-6A92D4EE5E01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3C3F5-81C3-C6D4-C08A-88B4DBFEB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B4335-5C33-7949-C5E6-951BA46D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C4619-AF7F-4213-B4B2-8BC8ABB2A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565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F04A0-5FDE-5A1A-D153-8247CBC8E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648CA7-CF53-6400-157F-94C2755B4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90E47-D45F-DA1C-50DF-EBC683D72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F2DA-9689-4751-8E6F-6A92D4EE5E01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C8CAC-1C0E-0E66-3E2D-640947510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FD40D-8AF3-8FCB-6961-2A61C9A8F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C4619-AF7F-4213-B4B2-8BC8ABB2A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39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F438EC-CB34-A278-E34F-9CD9D1B8F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38C5E-D93B-E84A-F019-115BB7F5C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925C2-D61B-2D9B-E945-124F3DD9B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F2DA-9689-4751-8E6F-6A92D4EE5E01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EF6B4-AA65-3190-1F81-EA4250FC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E498-718D-A646-6D38-BC90092CF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C4619-AF7F-4213-B4B2-8BC8ABB2A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76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7970D1-DF46-DD26-3D61-A24945E7E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6CD4F-390D-1E8E-F432-E86AE88F5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3090B-8E84-8604-ABDD-265235E3E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5F2DA-9689-4751-8E6F-6A92D4EE5E01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98F50-149A-D838-C5B7-B842E5CB7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6B5CD-BAF8-03FC-0B15-92E0F6A37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C4619-AF7F-4213-B4B2-8BC8ABB2A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033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E4AA7-0A13-05B3-76D0-9135350EAB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13FEAC-4558-D724-1FB1-2CAC658761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7A0188-1402-D71D-9E60-AB925A66C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0" y="135082"/>
            <a:ext cx="11913929" cy="657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125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A72DF-A861-D430-A2BA-E74B35A0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FEBB-A32C-F4AA-0CD1-BF67E18201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9176E-3A34-0C3E-FA32-2A4E78B1BA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C32F4-435E-8546-CC37-C2F31BAFB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24691"/>
            <a:ext cx="11884379" cy="658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5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FD77-9CAD-0E95-D5FC-7A45BBA9B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2BA3C-3CE4-D001-4A03-3399FF8ACB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8E9AF-EA6D-93BF-772F-3D1201C6D1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E8C394-F9E9-21BD-7BE2-87D8742D7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2" y="155864"/>
            <a:ext cx="11876809" cy="654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565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C1DB2-D1C4-3C87-6191-DD526FAAC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AA279-5121-E3BD-091B-9BD30631FC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0E6DA-5401-42FC-C9FA-22ECD0A482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689E5B-291F-3515-9FE3-0FD991261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35" y="145473"/>
            <a:ext cx="11934240" cy="656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43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A12AB-1E41-C476-2966-DB68572C0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9433B-AC50-7400-45F7-05EA4A0143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9AF11-BFCD-AAAF-9DB9-945A2BE4B6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4F9F96-1891-532C-74FD-1C91E92FC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2" y="114300"/>
            <a:ext cx="11887200" cy="659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7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Mampilly</dc:creator>
  <cp:lastModifiedBy>Paul Mampilly</cp:lastModifiedBy>
  <cp:revision>1</cp:revision>
  <dcterms:created xsi:type="dcterms:W3CDTF">2026-02-22T13:12:09Z</dcterms:created>
  <dcterms:modified xsi:type="dcterms:W3CDTF">2026-02-22T13:24:12Z</dcterms:modified>
</cp:coreProperties>
</file>