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1ECDF-334C-3A24-4431-A68FFFCAA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5E991-B503-4EE8-C0DD-66BE3BA6D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0BB1A-1DDA-8445-8383-D273B95B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0A70D-7393-E041-5010-7D16B301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48CA9-4F29-BF1A-EFF6-8159B293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69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101DA-484A-AC58-2D3F-F41F9F94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D07C4-E543-3CCF-F670-320F78C84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F6CC1-8E40-60B3-F101-DCF2BC3D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76F35-9EDC-8FBB-A862-576DDB97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5E78A-17E4-426A-F392-4EA6E7C4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756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77DE-A299-11B0-6D82-6EA55546E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6DEAF-6C49-3011-561C-8A6CD9190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02228-14CE-2C31-EAE6-0F53E03C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7D6B0-33E2-A849-4F13-313F9D5A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B8A58-9A12-FFCF-CBE6-1BC028D50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615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0BDE-72CA-C24A-2D04-931A4580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6D4C0-D406-5143-EFD5-5D2DD1A15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2870E-409F-477A-E98B-9032D4A18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4B633-AAD3-DFA7-0E92-86B458F7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7BD47-7D8A-931E-3757-E5B3B7B3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EFE23-9FFD-5B26-C26D-1E3EBCDA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1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C92C6-194D-4667-3296-469F4AE34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B026B-086B-C83A-D6AB-DF91E5B11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5F754-C4E7-5628-F12B-F3B55A0D2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8CB202-44AF-3945-99FB-D9BB74469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8AAC1-243F-FC96-3177-09EDA177B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47C840-2148-2F44-C964-14D58D05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E9EFF-C591-6DF5-A5C3-89170CE5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E31436-2543-9ECD-E7E0-59A21544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96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2D27-1AE2-24EC-D7AA-8C2870BC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CA3556-3748-5DF4-8B2B-991DBAC18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E4984-AF77-829E-4371-A507D207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843FC-C10A-7434-D5CF-FD8D0436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78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27C35-91FC-0D6C-F61A-76AED680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6E2D7-58B2-4F1E-7386-01E238D1E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C6B28-F33B-5D26-36FA-A9133C72C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67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D552-B531-A7A1-A510-6CCA870B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958AC-1FA0-416D-1322-A0813FE87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02A91-953F-5D06-C784-FF6BEB275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9E201-3183-3177-0CA5-CB59BE2AD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5DE4C-4E50-896F-E41B-84C6E01D4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A3514-0FA4-4C6F-3F63-B78F25DC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09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71E01-508F-82DF-AA81-764041CE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2BC1E-7919-6903-1857-250C41E5C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D840B-2705-D29E-B7C3-A069CE71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A7CAE-ECA6-437A-887F-D5C6BC473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FDD00-8A2E-539B-0CBF-82DD637D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F6E34-BFCA-2419-03D2-0EF49C766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2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B1B13-0544-F4E0-C9E6-4BF2962C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B6089-4521-AE14-25C2-A7C8045D4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7F8BC-742E-501E-3DEE-279FCA747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BD8BE-6B70-8D35-5CDB-30115D84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CCB7A-5E02-20F2-4CDA-7FAFD8ED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28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B4002-875F-85E0-A269-27EA6B530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53D85-9759-F132-DAD4-EEAB3161A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577A-ED85-EA60-16CA-34B0081E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A43D3-C11F-95E3-121F-2DE074C5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AC98F-E164-0C9A-EC9B-E81EC4BE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568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130CD-9C59-9189-9D8A-5EC88E8F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53436-3FD2-05AC-F45F-B16941D52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411B9-7D2E-1429-F30D-9882627C5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9BF95-B335-4172-AFA7-C5598A56C55B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925E0-5606-3BB2-9F56-40055135D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E1990-11D1-5212-5226-8E9691AF0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7776D-DB7D-4424-A991-72501C1EB9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73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DC7A-96EC-58A4-9FDA-F1C394DBF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1EEC8-D177-6449-4F17-129CB95550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68641-7F72-E696-4733-8016172A3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0" y="145473"/>
            <a:ext cx="11731337" cy="65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47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Mampilly</dc:creator>
  <cp:lastModifiedBy>Paul Mampilly</cp:lastModifiedBy>
  <cp:revision>1</cp:revision>
  <dcterms:created xsi:type="dcterms:W3CDTF">2026-02-21T20:44:17Z</dcterms:created>
  <dcterms:modified xsi:type="dcterms:W3CDTF">2026-02-21T22:15:16Z</dcterms:modified>
</cp:coreProperties>
</file>